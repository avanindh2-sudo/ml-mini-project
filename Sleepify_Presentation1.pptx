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E8EDF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E8EDF4"/>
                </a:solidFill>
                <a:latin typeface="Arial"/>
              </a:rPr>
              <a:t>Sleep Debt Convergence (Sample User)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 (hrs)</c:v>
                </c:pt>
              </c:strCache>
            </c:strRef>
          </c:tx>
          <c:spPr>
            <a:solidFill>
              <a:srgbClr val="3B8E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3.5</c:v>
                </c:pt>
                <c:pt idx="1">
                  <c:v>5.5</c:v>
                </c:pt>
                <c:pt idx="2">
                  <c:v>4.4</c:v>
                </c:pt>
                <c:pt idx="3">
                  <c:v>3.1</c:v>
                </c:pt>
                <c:pt idx="4">
                  <c:v>1.8</c:v>
                </c:pt>
                <c:pt idx="5">
                  <c:v>0.7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CB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E214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image" Target="../media/image-10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E2148"/>
          </a:solidFill>
          <a:ln w="12700">
            <a:solidFill>
              <a:srgbClr val="0E21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5720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0" y="109728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0" y="27432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0" y="192024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20040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840480" y="365760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82296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411480"/>
            <a:ext cx="594360" cy="594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9144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800" b="1" spc="400" kern="0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SLEEPIFY</a:t>
            </a:r>
            <a:endParaRPr lang="en-US" sz="5800" dirty="0"/>
          </a:p>
        </p:txBody>
      </p:sp>
      <p:sp>
        <p:nvSpPr>
          <p:cNvPr id="14" name="Text 11"/>
          <p:cNvSpPr/>
          <p:nvPr/>
        </p:nvSpPr>
        <p:spPr>
          <a:xfrm>
            <a:off x="457200" y="1874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Sleep Recovery Engine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2423160"/>
            <a:ext cx="256032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57860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Shifting the perspective from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"Sacrificing Sleep" → "Optimizing Recovery"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4068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AL23421 – Machine Learning Laboratory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40680" y="18288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(AI &amp; ML)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440680" y="21214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40680" y="248716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 – 2026  |  Semester IV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40680" y="27889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In-Charge: Mrs. M. Divya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0" y="3383280"/>
            <a:ext cx="109728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86400" y="33832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Sleep Debt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675120" y="3383280"/>
            <a:ext cx="109728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675120" y="33832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Recovery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7863840" y="3383280"/>
            <a:ext cx="109728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863840" y="33832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Star Personas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Icons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0E2148"/>
          </a:solidFill>
          <a:ln w="12700">
            <a:solidFill>
              <a:srgbClr val="0E214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5001768"/>
            <a:ext cx="859536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Sleepify | Mini Project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AGENDA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04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4128" y="1325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Introduction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24128" y="17099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sleep debt is a crisis for our generation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005072" y="1307592"/>
            <a:ext cx="347472" cy="347472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05072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754880" y="1234440"/>
            <a:ext cx="411480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463040"/>
            <a:ext cx="384048" cy="38404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13248" y="132588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Approach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413248" y="170992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recovery using ML regression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8394192" y="1307592"/>
            <a:ext cx="347472" cy="347472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394192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65760" y="2331720"/>
            <a:ext cx="411480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56032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24128" y="2423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&amp; Equations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24128" y="280720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with age-based baselines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005072" y="2404872"/>
            <a:ext cx="347472" cy="347472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005072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754880" y="2331720"/>
            <a:ext cx="411480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560320"/>
            <a:ext cx="384048" cy="38404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13248" y="242316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13248" y="280720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CustomTkinter GUI with Star Personas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8394192" y="2404872"/>
            <a:ext cx="347472" cy="347472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394192" y="2404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365760" y="3429000"/>
            <a:ext cx="411480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657600"/>
            <a:ext cx="384048" cy="38404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24128" y="3520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Screenshots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1024128" y="39044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Dashboard, Persona switching in action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4005072" y="3502152"/>
            <a:ext cx="347472" cy="347472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00507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4754880" y="3429000"/>
            <a:ext cx="4114800" cy="96012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657600"/>
            <a:ext cx="384048" cy="38404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413248" y="352044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Future Work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5413248" y="3904488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outcomes and upcoming enhancements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8394192" y="3502152"/>
            <a:ext cx="347472" cy="347472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8394192" y="35021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Sleep Crisis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743200" cy="338328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1732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68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report sleeping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7 hours per night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146304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38328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"Sleep debt is real 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it compounds daily."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1234440"/>
            <a:ext cx="5486400" cy="1033272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234440"/>
            <a:ext cx="73152" cy="10332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30759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😴  Sacrifice Culture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47872" y="1618488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skip sleep for exams, deadlines &amp; entertainment — thinking it's optional.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37560" y="2404872"/>
            <a:ext cx="5486400" cy="1033272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2404872"/>
            <a:ext cx="73152" cy="10332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247802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Engagement Gap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47872" y="2788920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are too clinical. Gen-Z needs gamification, not charts.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3575304"/>
            <a:ext cx="5486400" cy="1033272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3575304"/>
            <a:ext cx="73152" cy="103327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64845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🎂  No Personalization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47872" y="3959352"/>
            <a:ext cx="5166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ignore age. A 19-year-old needs different recovery than a 65-year-old.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Sleepify Aims to Do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160020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5544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399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Recovery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18013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age-adjusted recovery sleep targets using cumulative debt tracking via linear regression.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4114800" cy="160020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4114800" cy="64008"/>
          </a:xfrm>
          <a:prstGeom prst="rect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5544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3990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Insights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77840" y="180136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Engine" translates numbers into plain-language counseling, bedtime tips, and lifestyle guidance.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2971800"/>
            <a:ext cx="4114800" cy="160020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2971800"/>
            <a:ext cx="41148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29184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88720" y="31363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Consistency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88720" y="353872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personas (Rajini, Vijay, Kamal, Ajith) deliver iconic dialogues to keep users logging daily.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54880" y="2971800"/>
            <a:ext cx="4114800" cy="160020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971800"/>
            <a:ext cx="4114800" cy="64008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329184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313639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Engagement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77840" y="353872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500-song database across 5 music directors recommends relaxing Tamil music for sleep priming.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ALGORITHM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 — Linear Regression Logic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754880" cy="338328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3716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1: Sleep Debt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42976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Debt_total = Σ (Baseline_age − Hours_actual)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2: Recovery Target Tonight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944368"/>
            <a:ext cx="4297680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94436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Baseline_age + (Debt_total × 0.2)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" y="3749040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coefficient 0.2 ensures gradual repayment.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Over-sleeping causes grogginess — so we repay slowly.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0" y="1234440"/>
            <a:ext cx="3474720" cy="3383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4068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Age-Based Baselines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49240" y="1783080"/>
            <a:ext cx="33832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1783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0" y="1783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349240" y="2304288"/>
            <a:ext cx="338328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49240" y="2304288"/>
            <a:ext cx="64008" cy="457200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4688" y="230428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 (6–12)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0" y="23042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349240" y="2825496"/>
            <a:ext cx="338328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49240" y="2825496"/>
            <a:ext cx="64008" cy="457200"/>
          </a:xfrm>
          <a:prstGeom prst="rect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28254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Teen   (13–18)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0" y="282549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hrs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349240" y="3346704"/>
            <a:ext cx="338328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3346704"/>
            <a:ext cx="64008" cy="457200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3346704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 (19–64)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334670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349240" y="3867912"/>
            <a:ext cx="3383280" cy="457200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49240" y="3867912"/>
            <a:ext cx="64008" cy="45720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4688" y="386791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(65+)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15200" y="386791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hrs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EXAMPLE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A 19-Year-Old's Recovery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1234440"/>
            <a:ext cx="1993392" cy="338328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234440"/>
            <a:ext cx="1993392" cy="73152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417320"/>
            <a:ext cx="530352" cy="530352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417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205740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3134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269748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Age: 19 (Adult)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Baseline: 8 hrs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 sleep: 4.5 hrs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49424" y="2377440"/>
            <a:ext cx="173736" cy="54864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3160" y="1234440"/>
            <a:ext cx="1993392" cy="338328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23160" y="1234440"/>
            <a:ext cx="1993392" cy="73152"/>
          </a:xfrm>
          <a:prstGeom prst="rect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54680" y="1417320"/>
            <a:ext cx="530352" cy="530352"/>
          </a:xfrm>
          <a:prstGeom prst="ellipse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417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423160" y="205740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23160" y="23134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Calculation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514600" y="269748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Deficit = 8 − 4.5 = 3.5 hrs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Debt = 3.5 hrs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(saved to profile)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16552" y="2377440"/>
            <a:ext cx="173736" cy="54864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90288" y="1234440"/>
            <a:ext cx="1993392" cy="338328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90288" y="1234440"/>
            <a:ext cx="1993392" cy="7315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21808" y="1417320"/>
            <a:ext cx="530352" cy="53035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21808" y="1417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90288" y="205740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90288" y="23134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Target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81728" y="269748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= 8 + (3.5 × 0.2)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 8 + 0.7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= 8.7 hrs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583680" y="2377440"/>
            <a:ext cx="173736" cy="54864"/>
          </a:xfrm>
          <a:prstGeom prst="rect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57416" y="1234440"/>
            <a:ext cx="1993392" cy="3383280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757416" y="1234440"/>
            <a:ext cx="1993392" cy="7315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88936" y="1417320"/>
            <a:ext cx="530352" cy="53035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88936" y="1417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757416" y="2057400"/>
            <a:ext cx="1993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757416" y="2313432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Output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48856" y="2697480"/>
            <a:ext cx="18105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Rajini: "Kanna! Go sleep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8.7 hrs tonight!"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5D5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Music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DATASET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Implementation Stack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3200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234440"/>
            <a:ext cx="521208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3444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03320" y="123444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Sleepify_Behavioral_Logs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32004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664208"/>
            <a:ext cx="5212080" cy="384048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66420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03320" y="166420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Personal Analytics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93976"/>
            <a:ext cx="3200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093976"/>
            <a:ext cx="521208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93976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03320" y="209397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— Predict Recovery Duration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523744"/>
            <a:ext cx="32004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2523744"/>
            <a:ext cx="5212080" cy="384048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523744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703320" y="2523744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— generated from user interactions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53512"/>
            <a:ext cx="3200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66160" y="2953512"/>
            <a:ext cx="521208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953512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(Input)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03320" y="2953512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Sleep Hours, Cumulative Debt, Persona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383280"/>
            <a:ext cx="32004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66160" y="3383280"/>
            <a:ext cx="5212080" cy="384048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38328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703320" y="3383280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Duration (hours)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813048"/>
            <a:ext cx="32004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6160" y="3813048"/>
            <a:ext cx="521208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813048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03320" y="3813048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(JSON)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242816"/>
            <a:ext cx="3200400" cy="38404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66160" y="4242816"/>
            <a:ext cx="5212080" cy="384048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4242816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03320" y="4242816"/>
            <a:ext cx="4983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— No third-party license required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645152"/>
            <a:ext cx="16002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645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084832" y="4645152"/>
            <a:ext cx="16002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084832" y="4645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CustomTkinter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803904" y="4645152"/>
            <a:ext cx="16002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03904" y="4645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Storage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22976" y="4645152"/>
            <a:ext cx="16002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22976" y="4645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/ Pillow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42048" y="4645152"/>
            <a:ext cx="16002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242048" y="4645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React-Icons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Output — Login Screen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pic>
        <p:nvPicPr>
          <p:cNvPr id="7" name="Image 0" descr="/home/claude/screenshot2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1188720"/>
            <a:ext cx="4572000" cy="242316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320040" y="1481328"/>
            <a:ext cx="146304" cy="146304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" y="14173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Attractive login overlay with hero image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1938528"/>
            <a:ext cx="146304" cy="146304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8745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motivational sleep quote on each load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" y="2395728"/>
            <a:ext cx="146304" cy="146304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3317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Name-based personalization — persistent profile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20040" y="2852928"/>
            <a:ext cx="146304" cy="146304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278892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ENGINE" launches the dashboard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926080" y="37033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UI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OUTPUT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Output — Main Dashboard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pic>
        <p:nvPicPr>
          <p:cNvPr id="7" name="Image 0" descr="/home/claude/screenshot3_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4114800" cy="217627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pic>
        <p:nvPicPr>
          <p:cNvPr id="8" name="Image 1" descr="/home/claude/screenshot1_s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114800" cy="2176272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274320" y="34015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Rajini Mode — Initial Login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754880" y="340156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Vijay Mode — Star Switch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274320" y="3749040"/>
            <a:ext cx="274320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74320" y="3803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DEBT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274320" y="40873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hours owed — persisted across sessions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200400" y="3749040"/>
            <a:ext cx="2743200" cy="36576"/>
          </a:xfrm>
          <a:prstGeom prst="rect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0" y="3803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TONIGHT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200400" y="40873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output: Baseline + (Debt × 0.2)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26480" y="3749040"/>
            <a:ext cx="2743200" cy="36576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26480" y="3803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PERSONAS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126480" y="4087368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4 icons; each gives unique dialogue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365760" y="1234440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577840" y="1234440"/>
            <a:ext cx="3246120" cy="74980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399032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44768" y="12893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Sessions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44768" y="161848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debt survives app restarts via JSON profiles.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577840" y="2103120"/>
            <a:ext cx="3246120" cy="74980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267712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44768" y="215798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Age-Accurate Targets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144768" y="248716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baselines for child, teen, adult, senior.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5577840" y="2971800"/>
            <a:ext cx="3246120" cy="74980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136392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44768" y="302666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144768" y="335584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refreshes instantly on each sleep log entry.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5577840" y="3840480"/>
            <a:ext cx="3246120" cy="749808"/>
          </a:xfrm>
          <a:prstGeom prst="rect">
            <a:avLst/>
          </a:prstGeom>
          <a:solidFill>
            <a:srgbClr val="1A25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4005072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44768" y="389534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500-Song Library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144768" y="4224528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recs from Ilayaraja, ARR, Anirudh, Harris, Yuvan.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37160"/>
            <a:ext cx="1463040" cy="256032"/>
          </a:xfrm>
          <a:prstGeom prst="rect">
            <a:avLst>
              <a:gd name="adj" fmla="val 14286"/>
            </a:avLst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33272"/>
            <a:ext cx="1097280" cy="36576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4114800" cy="1664208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41148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1362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Counseling Module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43000" y="174650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CBT-I therapy exercises and psychiatrist agent powered by large language models for psychological sleep coaching.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54880" y="1234440"/>
            <a:ext cx="4114800" cy="1664208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234440"/>
            <a:ext cx="4114800" cy="64008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54480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362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Wearable Integration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532120" y="174650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 sensors replace manual logging — auto-detect REM / deep / light sleep stages in real time.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65760" y="3063240"/>
            <a:ext cx="4114800" cy="1664208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5760" y="3063240"/>
            <a:ext cx="4114800" cy="64008"/>
          </a:xfrm>
          <a:prstGeom prst="rect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83280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3191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 Model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143000" y="357530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supervised regression on collected profiles to predict future debt patterns and send pre-emptive advisories.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54880" y="3063240"/>
            <a:ext cx="4114800" cy="1664208"/>
          </a:xfrm>
          <a:prstGeom prst="rect">
            <a:avLst/>
          </a:prstGeom>
          <a:solidFill>
            <a:srgbClr val="0E214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063240"/>
            <a:ext cx="4114800" cy="64008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83280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32120" y="31912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532120" y="3575304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Flutter/React Native app with push notifications, streak tracking, and social leaderboards.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C1A"/>
          </a:solidFill>
          <a:ln w="12700">
            <a:solidFill>
              <a:srgbClr val="060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468880"/>
            <a:ext cx="91440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5720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91440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0" y="36576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0" y="182880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0" y="411480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438912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640080"/>
            <a:ext cx="54864" cy="54864"/>
          </a:xfrm>
          <a:prstGeom prst="ellipse">
            <a:avLst/>
          </a:prstGeom>
          <a:solidFill>
            <a:srgbClr val="8B9CB6"/>
          </a:solidFill>
          <a:ln w="12700">
            <a:solidFill>
              <a:srgbClr val="8B9CB6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548640"/>
            <a:ext cx="640080" cy="6400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14400" y="11430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4" name="Shape 11"/>
          <p:cNvSpPr/>
          <p:nvPr/>
        </p:nvSpPr>
        <p:spPr>
          <a:xfrm>
            <a:off x="3200400" y="2103120"/>
            <a:ext cx="2743200" cy="45720"/>
          </a:xfrm>
          <a:prstGeom prst="rect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best way to start tomorrow is to sleep well tonight."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300" kern="0" dirty="0">
                <a:solidFill>
                  <a:srgbClr val="3B8E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SLEEPIFY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914400" y="34015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ML-Driven Sleep Recovery Engine  |  AL23421 Machine Learning Laboratory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373075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C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Rajalakshmi Institute of Technology  |  Mrs. M. Divya  |  2025–2026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66160" y="4343400"/>
            <a:ext cx="256032" cy="256032"/>
          </a:xfrm>
          <a:prstGeom prst="ellipse">
            <a:avLst/>
          </a:prstGeom>
          <a:solidFill>
            <a:srgbClr val="3B8ED0"/>
          </a:solidFill>
          <a:ln w="12700">
            <a:solidFill>
              <a:srgbClr val="3B8ED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950208" y="4343400"/>
            <a:ext cx="256032" cy="256032"/>
          </a:xfrm>
          <a:prstGeom prst="ellipse">
            <a:avLst/>
          </a:prstGeom>
          <a:solidFill>
            <a:srgbClr val="2FA572"/>
          </a:solidFill>
          <a:ln w="12700">
            <a:solidFill>
              <a:srgbClr val="2FA57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34256" y="4343400"/>
            <a:ext cx="256032" cy="25603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18304" y="4343400"/>
            <a:ext cx="256032" cy="256032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102352" y="4343400"/>
            <a:ext cx="256032" cy="25603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Sleepify – ML-Driven Sleep Recovery Engine</dc:title>
  <dc:subject>PptxGenJS Presentation</dc:subject>
  <dc:creator>PptxGenJS</dc:creator>
  <cp:lastModifiedBy>PptxGenJS</cp:lastModifiedBy>
  <cp:revision>1</cp:revision>
  <dcterms:created xsi:type="dcterms:W3CDTF">2026-04-27T00:48:12Z</dcterms:created>
  <dcterms:modified xsi:type="dcterms:W3CDTF">2026-04-27T00:48:12Z</dcterms:modified>
</cp:coreProperties>
</file>